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Liaison Management System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Liaison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Complete Feature Overview &amp; Technical Capabilities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Proprietary Software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1. Advanced Client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</a:rPr>
              <a:t>A centralized hub to manage your B2B clients, search instantly, track service histories dynamically, and verify profiles securely.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Global instantly-filtered search by Firm Name or Contact Person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Consolidated 'Service Ledger' recording all timelines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Granular contact, billing address, and shipping address tracking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2. Fire Extinguisher Timeline &amp; Fleet Tracking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</a:rPr>
              <a:t>End-to-end lifecycle tracking for fire mitigation assets including refilling workflows and expiration tracking.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Granular category tracking (CO2, ABC Powder, Clean Agent, Foam, Water)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Automated unique Serial Number generation for new &amp; refilled units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Preservation of timeline data specifically distinguishing Refilling vs. New installations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Expiration tracking engine for future renewals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3. Annual Maintenance Contracts (AMC) &amp; Technician Visits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</a:rPr>
              <a:t>Manage high-value recurring contracts and log the actual physical technician visits against each contract.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Contract span tracking with custom start and expiry dates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Dedicated Technician Visits digital ledger independent of contract objects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Attachment of scanned/PDF contract documents directly to profiles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4. No Objection Certificate (NOC) Tracking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</a:rPr>
              <a:t>Track statutory compliances, NOC application timelines, and approvals from fire safety authorities.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Supported tracking for specific NOC types (Provisional, Final, Renewal)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Direct document upload securely to the cloud (AWS S3 / Azure)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Detailed inspector notes logging and compliance remarks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5. Automated Document &amp; Certificate Generation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</a:rPr>
              <a:t>Eliminates repetitive manual typing by natively generating beautiful PDF certificates for completed work.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Consolidates inventory refilled across Cylinders, NOCs, and AMCs into one unified document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White-labelled certificate headers and footers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Exportable to standard A4 printing dimensions natively from the browser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6. Integrated Billing &amp; Invoicing Suite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</a:rPr>
              <a:t>A completely custom transactional ledger allowing staff to quote, invoice, and bill clients with real-time tax math.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Multi-stage document support: Quotation, Proforma Invoice, Tax Invoice, Delivery Challan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Integrated automatic GST (IGST/CGST/SGST) financial calculations based on shipping vs billing addresses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Granular line-item editors for custom pricing and discounts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7. Secure Staff Roles &amp; Hierarchy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</a:rPr>
              <a:t>Enterprise-grade authorization isolating components of the dashboard to proper staff paygrades.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ADMIN: Full God-mode overview of all revenue, clients, and settings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MANAGER: Approvals and oversight without system-configuration access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GODOWN: Optimized view strictly for fulfilling orders and inventory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FIELD: Technician-bound view specifically to log ground-reality visits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8. Automated WhatsApp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</a:rPr>
              <a:t>Modern communication channels embedded natively into the software workflow to keep clients engaged.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1-Click WhatsApp reminder triggers for upcoming expirations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Invoicing links delivered directly to client phones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Extensible API framework ready for Twilio/Meta Business integrations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9. Global White-Labeling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</a:rPr>
              <a:t>Instantly rebrand the entire application interface, certificates, and terminology to fit any franchise or brand.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Environment-variable-driven thematic updates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Custom brand logos, contact footprints, and taglines</a:t>
            </a:r>
            <a:endParaRPr lang="en-US" sz="14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</a:rPr>
              <a:t>Isolated database clusters per tenant capability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2026-02-24T11:01:12Z</dcterms:created>
  <dcterms:modified xsi:type="dcterms:W3CDTF">2026-02-24T11:01:12Z</dcterms:modified>
</cp:coreProperties>
</file>